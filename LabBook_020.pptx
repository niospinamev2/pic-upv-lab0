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9" r:id="rId3"/>
    <p:sldId id="290" r:id="rId4"/>
    <p:sldId id="293" r:id="rId5"/>
    <p:sldId id="294" r:id="rId6"/>
    <p:sldId id="288" r:id="rId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83529" autoAdjust="0"/>
  </p:normalViewPr>
  <p:slideViewPr>
    <p:cSldViewPr>
      <p:cViewPr varScale="1">
        <p:scale>
          <a:sx n="69" d="100"/>
          <a:sy n="69" d="100"/>
        </p:scale>
        <p:origin x="166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91D2-5C68-7463-BB22-512D033A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C91D77-F470-DC6E-ABBE-D88D38EC6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3C1124-A0EE-7324-4A71-2D62A5344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Mencionar que a medida que incrementa el ancho de la guía se incrementa el numero de modos que se propaga a través de la misma, una forma practica de conocer el numero de modos es llevar a cabo las simulaciones de su índice efectivo y verificar el punto en los que estos comienzan a acercarse al índice efectivo del </a:t>
            </a:r>
            <a:r>
              <a:rPr lang="es-ES" dirty="0" err="1"/>
              <a:t>cladding</a:t>
            </a:r>
            <a:r>
              <a:rPr lang="es-ES" dirty="0"/>
              <a:t>, podríamos afirmar que a partir del modo 23 comienza a acercarse al índice de refracción del silicio de 1,45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4A9024-0BF4-5A2E-B819-2FF537F04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38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099CE-A83E-4D36-3379-1B1D4494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12173D2-8888-9B94-0CD9-EC5F16659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4C62BD7-4E6D-0E8F-1BF1-FCAFAC9F8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BF169CE-40B3-D116-0157-BDD5FDF7D8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33E3E8-6A0F-8FC3-C2CE-318516DD84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20D7D-A5F4-5E2D-CBE4-B34095DBFE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6800"/>
            <a:ext cx="7671831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9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420</Words>
  <Application>Microsoft Office PowerPoint</Application>
  <PresentationFormat>Widescreen</PresentationFormat>
  <Paragraphs>67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PowerPoint Presentation</vt:lpstr>
      <vt:lpstr>Instructions General</vt:lpstr>
      <vt:lpstr>Learning outcome #1 – Directional coupler cross-section in GDSFactory </vt:lpstr>
      <vt:lpstr>Learning outcome #2 – Multimode Interference (MMI) Coupler cross-section</vt:lpstr>
      <vt:lpstr>Learning outcome #2 – Multimode Interference (MMI) Coupler cross-section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Nicolás Ospina Mendivelso</cp:lastModifiedBy>
  <cp:revision>10</cp:revision>
  <dcterms:created xsi:type="dcterms:W3CDTF">2025-01-27T02:46:57Z</dcterms:created>
  <dcterms:modified xsi:type="dcterms:W3CDTF">2026-02-16T10:03:03Z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